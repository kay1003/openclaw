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七年级数学：整式加减综合复习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241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C222E"/>
                </a:solidFill>
              </a:defRPr>
            </a:pPr>
            <a:r>
              <a:t>七年级数学：整式加减综合复习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教学目标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掌握核心概念与方法。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能完成基础到中档应用题。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形成“设元-列式-求解-检验”习惯。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学情分析与重点难点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重点：识别等量关系并建模。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难点：复杂语句翻译成方程。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策略：图示+表格双通道讲解。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线段图示：数量关系可视化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200400"/>
            <a:ext cx="8046720" cy="54864"/>
          </a:xfrm>
          <a:prstGeom prst="rect">
            <a:avLst/>
          </a:prstGeom>
          <a:solidFill>
            <a:srgbClr val="465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39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0" y="3063240"/>
            <a:ext cx="228600" cy="228600"/>
          </a:xfrm>
          <a:prstGeom prst="ellipse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3337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080"/>
                </a:solidFill>
              </a:defRPr>
            </a:pPr>
            <a:r>
              <a:t>AB : BC = 2 : 3（线段图建模）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表格图示页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表格图示：信息整理与方程建构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877824">
                <a:tc>
                  <a:txBody>
                    <a:bodyPr/>
                    <a:lstStyle/>
                    <a:p>
                      <a:r>
                        <a:t>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未知设元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关系式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原价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折扣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0.8x=120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x=150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例题1（基础）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题目拆解：已知-未知-关系。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完整步骤：设元→列式→解→检验。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板书规范示例。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例题2（提升）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加入折扣/百分比/行程条件。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强调等价变形与单位一致。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结果合理性判断。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易错点专题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折扣误写、移项变号、漏检验。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一题多错法对比纠偏。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建立自检清单。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动画节奏页（授课节拍）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课堂演示节奏（建议逐步出现）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Step1 显示题目关键信息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Step2 设未知数并标注单位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Step3 仅出现等量关系句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Step4 展示列方程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Step5 展示求解与检验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C222E"/>
                </a:solidFill>
              </a:defRPr>
            </a:pPr>
            <a:r>
              <a:t>Step6 显示标准作答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分层练习A（基础）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3道规范训练题。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要求完整书写过程。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课堂讲评对照标准答案。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分层练习B（提升）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2道综合应用题。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鼓励多种设元方式。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同伴互评。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课堂小结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回顾关键词与方法链。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总结常见陷阱。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形成可迁移解题模板。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课后作业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必做：基础巩固。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选做：生活化建模题。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预习下节关联知识。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附：教师讲稿提示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每页给出提问点。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控制讲解节奏与互动。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关注薄弱生纠错。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初中数学精讲课件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附：板书设计建议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222E"/>
                </a:solidFill>
              </a:defRPr>
            </a:pPr>
            <a:r>
              <a:t>• 左侧思路、右侧计算。</a:t>
            </a:r>
          </a:p>
          <a:p>
            <a:pPr>
              <a:defRPr sz="2100">
                <a:solidFill>
                  <a:srgbClr val="1C222E"/>
                </a:solidFill>
              </a:defRPr>
            </a:pPr>
            <a:r>
              <a:t>• 统一符号与单位。</a:t>
            </a:r>
          </a:p>
          <a:p>
            <a:pPr>
              <a:defRPr sz="1900">
                <a:solidFill>
                  <a:srgbClr val="1C222E"/>
                </a:solidFill>
              </a:defRPr>
            </a:pPr>
            <a:r>
              <a:t>• 检验单独成行。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