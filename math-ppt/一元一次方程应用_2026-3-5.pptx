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七年级数学：一元一次方程应用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年级：七年级</a:t>
            </a:r>
          </a:p>
          <a:p>
            <a:pPr>
              <a:defRPr sz="2400"/>
            </a:pPr>
            <a:r>
              <a:t>主题：一元一次方程应用</a:t>
            </a:r>
          </a:p>
          <a:p>
            <a:pPr>
              <a:defRPr sz="2400"/>
            </a:pPr>
            <a:r>
              <a:t>目标：掌握核心概念并会解基础题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课堂导入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复习相关旧知</a:t>
            </a:r>
          </a:p>
          <a:p>
            <a:pPr>
              <a:defRPr sz="2400"/>
            </a:pPr>
            <a:r>
              <a:t>引出本节核心问题</a:t>
            </a:r>
          </a:p>
          <a:p>
            <a:pPr>
              <a:defRPr sz="2400"/>
            </a:pPr>
            <a:r>
              <a:t>明确学习目标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定义：一元一次方程应用相关核心定义</a:t>
            </a:r>
          </a:p>
          <a:p>
            <a:pPr>
              <a:defRPr sz="2400"/>
            </a:pPr>
            <a:r>
              <a:t>关键词与符号说明</a:t>
            </a:r>
          </a:p>
          <a:p>
            <a:pPr>
              <a:defRPr sz="2400"/>
            </a:pPr>
            <a:r>
              <a:t>与旧知的联系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公式与方法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给出核心公式/定理</a:t>
            </a:r>
          </a:p>
          <a:p>
            <a:pPr>
              <a:defRPr sz="2400"/>
            </a:pPr>
            <a:r>
              <a:t>说明适用条件</a:t>
            </a:r>
          </a:p>
          <a:p>
            <a:pPr>
              <a:defRPr sz="2400"/>
            </a:pPr>
            <a:r>
              <a:t>常见变形方法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例题1（基础）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题目：给出标准基础题</a:t>
            </a:r>
          </a:p>
          <a:p>
            <a:pPr>
              <a:defRPr sz="2400"/>
            </a:pPr>
            <a:r>
              <a:t>步骤：列式→计算→结论</a:t>
            </a:r>
          </a:p>
          <a:p>
            <a:pPr>
              <a:defRPr sz="2400"/>
            </a:pPr>
            <a:r>
              <a:t>强调每一步依据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例题2（提升）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题目：给出综合题</a:t>
            </a:r>
          </a:p>
          <a:p>
            <a:pPr>
              <a:defRPr sz="2400"/>
            </a:pPr>
            <a:r>
              <a:t>步骤：分析已知条件→转化→求解</a:t>
            </a:r>
          </a:p>
          <a:p>
            <a:pPr>
              <a:defRPr sz="2400"/>
            </a:pPr>
            <a:r>
              <a:t>对比例题1的差异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易错点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易错1：条件看漏</a:t>
            </a:r>
          </a:p>
          <a:p>
            <a:pPr>
              <a:defRPr sz="2400"/>
            </a:pPr>
            <a:r>
              <a:t>易错2：符号/单位错误</a:t>
            </a:r>
          </a:p>
          <a:p>
            <a:pPr>
              <a:defRPr sz="2400"/>
            </a:pPr>
            <a:r>
              <a:t>易错3：计算顺序不当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基础题 2-3 道</a:t>
            </a:r>
          </a:p>
          <a:p>
            <a:pPr>
              <a:defRPr sz="2400"/>
            </a:pPr>
            <a:r>
              <a:t>提升题 1-2 道</a:t>
            </a:r>
          </a:p>
          <a:p>
            <a:pPr>
              <a:defRPr sz="2400"/>
            </a:pPr>
            <a:r>
              <a:t>先独立完成，再讲评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课堂小结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本节关键词回顾</a:t>
            </a:r>
          </a:p>
          <a:p>
            <a:pPr>
              <a:defRPr sz="2400"/>
            </a:pPr>
            <a:r>
              <a:t>解题步骤模板</a:t>
            </a:r>
          </a:p>
          <a:p>
            <a:pPr>
              <a:defRPr sz="2400"/>
            </a:pPr>
            <a:r>
              <a:t>如何自查错误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必做：基础巩固题</a:t>
            </a:r>
          </a:p>
          <a:p>
            <a:pPr>
              <a:defRPr sz="2400"/>
            </a:pPr>
            <a:r>
              <a:t>选做：综合提升题</a:t>
            </a:r>
          </a:p>
          <a:p>
            <a:pPr>
              <a:defRPr sz="2400"/>
            </a:pPr>
            <a:r>
              <a:t>预习下节内容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