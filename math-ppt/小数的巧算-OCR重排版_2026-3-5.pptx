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7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小数的巧算 · OCR文本重排课件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D42"/>
                </a:solidFill>
              </a:defRPr>
            </a:pPr>
            <a:r>
              <a:t>第1讲 小数的巧算（OCR重排版）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98755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65A78"/>
                </a:solidFill>
              </a:defRPr>
            </a:pPr>
            <a:r>
              <a:t>说明：本课件已先OCR提取原图文字，再按PPT教学结构重排。</a:t>
            </a:r>
          </a:p>
          <a:p>
            <a:r>
              <a:t>内容尽量保持原文，不直接贴图。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7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小数的巧算 · OCR文本重排课件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D42"/>
                </a:solidFill>
              </a:defRPr>
            </a:pPr>
            <a:r>
              <a:t>内容重排页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0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222D42"/>
                </a:solidFill>
              </a:defRPr>
            </a:pPr>
            <a:r>
              <a:t>第1讲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小数的巧算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小数“巧”算的基本途径是灵活应用小数四则运算的法则、运算定律，使题目中的数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尽可能地化为整数。在某种意义上讲，“化整”是小数运算技巧的灵魂。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当然，根据小数的特点，在乘除运算中灵活运用小数点的移位：两数相乘，两数中的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小数点反向移动相同的位数，其积不变（如0.8×1.25=8×0.125）；两数相除，两数中的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小数点同向移动相同的位数，其商不变（如0.16÷0.04=16÷4)。这也是常见的简化运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算的方法。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另外，某些特殊小数相乘化整，应熟记于心。如上面的8×0.125=1；0.5×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2=0.25×4=1；0.75×4=3；0.625×16=10等等。同学们在平时做题时留心积累这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些“窍门”会大大提高自己的运算能力。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计算：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2028X18-202.8X90+20280X0.1。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例1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分析与解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利用小数乘积移动法则，可将2028、202.8、20280这三个数变成相同的数。</a:t>
            </a:r>
          </a:p>
          <a:p>
            <a:pPr>
              <a:defRPr sz="1600">
                <a:solidFill>
                  <a:srgbClr val="787878"/>
                </a:solidFill>
              </a:defRPr>
            </a:pPr>
            <a:r>
              <a:t>…（其余 6 行已省略，可继续分页）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7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小数的巧算 · OCR文本重排课件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D42"/>
                </a:solidFill>
              </a:defRPr>
            </a:pPr>
            <a:r>
              <a:t>内容重排页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0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222D42"/>
                </a:solidFill>
              </a:defRPr>
            </a:pPr>
            <a:r>
              <a:t>计算：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例2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0.2×63+1.9×126+182×9。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分析与解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可以提取,从而使计算简化。则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原式=0.2× 63+1.9 × 2× 63+ 26 × 7 × 9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=63 × (0.2+3.8+26)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=63 X 30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=1890。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随堂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练习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1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（1）计算：1.25×3.14+125X0.0257+1250X0.00229;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(2）计算：22.8×98+45.6。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计算：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0.27÷0.25。</a:t>
            </a:r>
          </a:p>
          <a:p>
            <a:pPr>
              <a:defRPr sz="1600">
                <a:solidFill>
                  <a:srgbClr val="787878"/>
                </a:solidFill>
              </a:defRPr>
            </a:pPr>
            <a:r>
              <a:t>…（其余 5 行已省略，可继续分页）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7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小数的巧算 · OCR文本重排课件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D42"/>
                </a:solidFill>
              </a:defRPr>
            </a:pPr>
            <a:r>
              <a:t>内容重排页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0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222D42"/>
                </a:solidFill>
              </a:defRPr>
            </a:pPr>
            <a:r>
              <a:t>原式=(0.27 × 4)÷(0.25× 4)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=1.08÷1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=1. 08。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计算：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例4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0.8+9.8+99.8+999.8+9999.8+..+999 999999.8。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分析与解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用凑整的方法,将每一个加数都转化为一个整数与0.2的差。则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原式=(1 —0.2) +(10 — 0.2) +(100 — 0. 2)+ ·+(10°—0. 2)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=1111111111 —0.2X 10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=1111 111111— 2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=1111111109.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随堂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练习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2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（1）计算：320÷1.25÷8;</a:t>
            </a:r>
          </a:p>
          <a:p>
            <a:pPr>
              <a:defRPr sz="1600">
                <a:solidFill>
                  <a:srgbClr val="787878"/>
                </a:solidFill>
              </a:defRPr>
            </a:pPr>
            <a:r>
              <a:t>…（其余 6 行已省略，可继续分页）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7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小数的巧算 · OCR文本重排课件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D42"/>
                </a:solidFill>
              </a:defRPr>
            </a:pPr>
            <a:r>
              <a:t>内容重排页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0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222D42"/>
                </a:solidFill>
              </a:defRPr>
            </a:pPr>
            <a:r>
              <a:t>分析与解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题目是两个积相减，但是没有相同的因数，不能直接运用乘法分配律。由于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9999和6666都是3333的倍数，我们可以运用积不变的规律进行适当的调整。则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原式=999.9×0.28—666.6×0.37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=333.3X3X0.28—333.3X2X0.37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=333.3 X 0.84 —333.3 X 0.74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=333.3 X (0.84 —0.74)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=333.3 X 0.1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=33.33。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计算：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例6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(1+0.12+0.23)X(0.12+0.23+0.34)—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(1+0.12+0.23+0.34)×(0.12+0.23)。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分析与解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若直接进行乘法运算，将会出现许多项小数的两两积，运算将变得十分繁琐。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注意到全式只出现4个数：1、0.12、0.23、0.34,每个括号内出现的数是这4个</a:t>
            </a:r>
          </a:p>
          <a:p>
            <a:pPr>
              <a:defRPr sz="1600">
                <a:solidFill>
                  <a:srgbClr val="787878"/>
                </a:solidFill>
              </a:defRPr>
            </a:pPr>
            <a:r>
              <a:t>…（其余 11 行已省略，可继续分页）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7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小数的巧算 · OCR文本重排课件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D42"/>
                </a:solidFill>
              </a:defRPr>
            </a:pPr>
            <a:r>
              <a:t>内容重排页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0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222D42"/>
                </a:solidFill>
              </a:defRPr>
            </a:pPr>
            <a:r>
              <a:t>随堂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练习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3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(1）计算：5.2×1111+6666×0.8;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(2）计算：（2+1.23+2.34)×(1.23+2.34+3.45)—（1.23+2.34)×(2+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1.23+2.34 +3.45)。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想一想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三个9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小聪的妈妈问小聪：“用三个9和适当的数学符号能得到11吗？”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这题目很容易，小聪脱口而出：“99÷9=11”。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“用三个9和适当的数学符号能得到10吗？”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这题目也不难，小聪稍稍想一想，就写出了9÷9十9=10。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“用三个9和适当的数学符号，能不能得到20？”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“加号、减号、乘号、除号、乘方、括号，能想到的办法全试过了，就是得不出20。是不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是应该回答‘不能”？”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“暂时不要下结论，再想想还有什么常用的数学符号？”</a:t>
            </a:r>
          </a:p>
          <a:p>
            <a:pPr>
              <a:defRPr sz="1600">
                <a:solidFill>
                  <a:srgbClr val="787878"/>
                </a:solidFill>
              </a:defRPr>
            </a:pPr>
            <a:r>
              <a:t>…（其余 12 行已省略，可继续分页）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7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小数的巧算 · OCR文本重排课件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D42"/>
                </a:solidFill>
              </a:defRPr>
            </a:pPr>
            <a:r>
              <a:t>内容重排页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0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222D42"/>
                </a:solidFill>
              </a:defRPr>
            </a:pPr>
            <a:r>
              <a:t>计算：2028×0.375—0.375X1962+3.75X3.4。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10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要使下面算式的得数是自然数(不为0)，方框里填人的最小自然数是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(12.5÷3.6+7÷9) X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计算：101×201.6×121÷1111÷50.4。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比较下面两个乘积A、B的大小: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A=9.8732X7.2345，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B =9.8733 X7.2344。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13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计算：37.9×0.038+12.1X0.379+6.21×1.59。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14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计算：201.6×7.8÷9×3÷67.2×5÷3.9。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15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将甲数的小数点向右移动一位得到乙数,将甲数的小数点向左移动两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位得到丙数。如果甲、乙、丙三个数的和是181.665,那么甲数等于</a:t>
            </a:r>
          </a:p>
          <a:p>
            <a:pPr>
              <a:spcAft>
                <a:spcPts val="600"/>
              </a:spcAft>
              <a:defRPr sz="2000">
                <a:solidFill>
                  <a:srgbClr val="222D42"/>
                </a:solidFill>
              </a:defRPr>
            </a:pPr>
            <a:r>
              <a:t>• 奥数教程·五年级(第八版)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87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小数的巧算 · OCR文本重排课件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22D42"/>
                </a:solidFill>
              </a:defRPr>
            </a:pPr>
            <a:r>
              <a:t>课堂总结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0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987552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2D42"/>
                </a:solidFill>
              </a:defRPr>
            </a:pPr>
            <a:r>
              <a:t>1) 本版为OCR重排：先提取文字，再结构化排版。</a:t>
            </a:r>
          </a:p>
          <a:p>
            <a:pPr>
              <a:defRPr sz="2200">
                <a:solidFill>
                  <a:srgbClr val="222D42"/>
                </a:solidFill>
              </a:defRPr>
            </a:pPr>
            <a:r>
              <a:t>2) 核心方法仍是：观察结构 → 运算律变形 → 简化计算。</a:t>
            </a:r>
          </a:p>
          <a:p>
            <a:pPr>
              <a:defRPr sz="2200">
                <a:solidFill>
                  <a:srgbClr val="222D42"/>
                </a:solidFill>
              </a:defRPr>
            </a:pPr>
            <a:r>
              <a:t>3) 下一版可继续做“按知识点自动拆页”的精细教案版。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